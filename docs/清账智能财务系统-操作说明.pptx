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85800" y="1417320"/>
            <a:ext cx="107899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Microsoft YaHei"/>
              </a:rPr>
              <a:t>清账智能财务系统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2240280"/>
            <a:ext cx="1078992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D2E2F4"/>
                </a:solidFill>
                <a:latin typeface="Microsoft YaHei"/>
              </a:rPr>
              <a:t>系统操作与部署说明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5440680"/>
            <a:ext cx="107899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200" b="0">
                <a:solidFill>
                  <a:srgbClr val="BED2E6"/>
                </a:solidFill>
                <a:latin typeface="Microsoft YaHei"/>
              </a:rPr>
              <a:t>版本 1.0.0  |  2026-08-20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系统定位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30352" y="749808"/>
            <a:ext cx="109728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000" b="0">
                <a:solidFill>
                  <a:srgbClr val="697382"/>
                </a:solidFill>
                <a:latin typeface="Microsoft YaHei"/>
              </a:rPr>
              <a:t>面向企业日常财务管理的综合业务平台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85800" y="123444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1">
                <a:solidFill>
                  <a:srgbClr val="1F5EAA"/>
                </a:solidFill>
                <a:latin typeface="Microsoft YaHei"/>
              </a:rPr>
              <a:t>覆盖模块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783080"/>
            <a:ext cx="1042416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8"/>
                </a:solidFill>
                <a:latin typeface="Microsoft YaHei"/>
              </a:rPr>
              <a:t>总账｜出纳｜固定资产｜应收应付｜存货核算｜成本管理
预算｜费用报销｜合同｜项目｜合并报表｜财务报表｜税务管理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3703320"/>
            <a:ext cx="5486400" cy="1143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D3748"/>
                </a:solidFill>
                <a:latin typeface="Microsoft YaHei"/>
              </a:rPr>
              <a:t>访问地址：http://103.85.25.169/
演示账号：admin / 123456
支持桌面端与移动端浏览器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登录与进入系统</a:t>
            </a:r>
          </a:p>
        </p:txBody>
      </p:sp>
      <p:pic>
        <p:nvPicPr>
          <p:cNvPr id="3" name="Picture 2" descr="01-log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39" y="1097280"/>
            <a:ext cx="4709160" cy="294322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1554480"/>
            <a:ext cx="274320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2D3748"/>
                </a:solidFill>
                <a:latin typeface="Microsoft YaHei"/>
              </a:rPr>
              <a:t>1. 打开系统地址
2. 输入账号和密码
3. 点击“登录”
4. 正式环境请修改默认密码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工作台概览</a:t>
            </a:r>
          </a:p>
        </p:txBody>
      </p:sp>
      <p:pic>
        <p:nvPicPr>
          <p:cNvPr id="3" name="Picture 2" descr="02-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51560"/>
            <a:ext cx="11384280" cy="7115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85800" y="6355080"/>
            <a:ext cx="1078992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7D"/>
                </a:solidFill>
                <a:latin typeface="Microsoft YaHei"/>
              </a:rPr>
              <a:t>指标卡片、快捷操作、趋势、预警、最近凭证和待办事项集中展示。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移动端导航</a:t>
            </a:r>
          </a:p>
        </p:txBody>
      </p:sp>
      <p:pic>
        <p:nvPicPr>
          <p:cNvPr id="3" name="Picture 2" descr="03-mobile-men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89120" y="914400"/>
            <a:ext cx="3154680" cy="6827051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77240" y="1920240"/>
            <a:ext cx="320040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8"/>
                </a:solidFill>
                <a:latin typeface="Microsoft YaHei"/>
              </a:rPr>
              <a:t>手机端默认收起左侧菜单。
点击顶部菜单按钮打开导航，
点击遮罩或菜单项返回内容区。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凭证录入</a:t>
            </a:r>
          </a:p>
        </p:txBody>
      </p:sp>
      <p:pic>
        <p:nvPicPr>
          <p:cNvPr id="3" name="Picture 2" descr="04-vouch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84280" cy="7115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33679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7D"/>
                </a:solidFill>
                <a:latin typeface="Microsoft YaHei"/>
              </a:rPr>
              <a:t>路径：总账 → 凭证录入｜新增凭证 → 添加分录 → 借贷平衡 → 保存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增值税申报底稿</a:t>
            </a:r>
          </a:p>
        </p:txBody>
      </p:sp>
      <p:pic>
        <p:nvPicPr>
          <p:cNvPr id="3" name="Picture 2" descr="05-v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005840"/>
            <a:ext cx="11384280" cy="7115175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6336792"/>
            <a:ext cx="10972800" cy="228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100" b="0">
                <a:solidFill>
                  <a:srgbClr val="646E7D"/>
                </a:solidFill>
                <a:latin typeface="Microsoft YaHei"/>
              </a:rPr>
              <a:t>路径：税务管理 → 增值税申报｜选择年度和期间 → 查询 → 核对 → 导出 Excel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4F7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556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500" b="1">
                <a:solidFill>
                  <a:srgbClr val="1F5EAA"/>
                </a:solidFill>
                <a:latin typeface="Microsoft YaHei"/>
              </a:rPr>
              <a:t>发布包与验收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188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EAA"/>
                </a:solidFill>
                <a:latin typeface="Microsoft YaHei"/>
              </a:rPr>
              <a:t>发布包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91640"/>
            <a:ext cx="45720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8"/>
                </a:solidFill>
                <a:latin typeface="Microsoft YaHei"/>
              </a:rPr>
              <a:t>release/finance-app.jar
release/finance-web-dist.zip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1188720"/>
            <a:ext cx="1828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200" b="1">
                <a:solidFill>
                  <a:srgbClr val="1F5EAA"/>
                </a:solidFill>
                <a:latin typeface="Microsoft YaHei"/>
              </a:rPr>
              <a:t>验收结果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1691640"/>
            <a:ext cx="4572000" cy="1371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000" b="0">
                <a:solidFill>
                  <a:srgbClr val="2D3748"/>
                </a:solidFill>
                <a:latin typeface="Microsoft YaHei"/>
              </a:rPr>
              <a:t>路由 74/74
菜单 65/65
页面/API 失败项 0
桌面与移动端回归通过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480560"/>
            <a:ext cx="91440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900" b="0">
                <a:solidFill>
                  <a:srgbClr val="46505F"/>
                </a:solidFill>
                <a:latin typeface="Microsoft YaHei"/>
              </a:rPr>
              <a:t>部署参考：DEPLOY.md
提交版本：a2386ff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2F4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057400"/>
            <a:ext cx="10698480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3800" b="1">
                <a:solidFill>
                  <a:srgbClr val="FFFFFF"/>
                </a:solidFill>
                <a:latin typeface="Microsoft YaHei"/>
              </a:rPr>
              <a:t>谢谢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698480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2100" b="0">
                <a:solidFill>
                  <a:srgbClr val="D2E2F4"/>
                </a:solidFill>
                <a:latin typeface="Microsoft YaHei"/>
              </a:rPr>
              <a:t>清账智能财务系统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5257800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/>
            <a:r>
              <a:rPr sz="1300" b="0">
                <a:solidFill>
                  <a:srgbClr val="BED2E6"/>
                </a:solidFill>
                <a:latin typeface="Microsoft YaHei"/>
              </a:rPr>
              <a:t>系统地址：http://103.85.25.169/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